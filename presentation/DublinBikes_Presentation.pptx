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3218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In the next four minutes: a real operational problem, an honest model, and a working tool you will see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failure modes: empty blocks pick-ups, full blocks returns. Rebalancing is reactive and expensive. Premise: the failure is predictable, so act before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Fully open Dublin City Council feed, no synthetic data. 1.86 million snapshots become 249,940 station-hours. Audit: essentially zero defects — the work is reshaping, not scrubbing.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occupancy by hour and weekday. Green = bikes available. The tide: morning drain, evening refill, absent at weekends. This is the predictable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Strict temporal split: fit on April-May, evaluate once on unseen June — the honest deployment scenario. Ladder of four models so the final choice is justified.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RF: MAE 4.96 bikes, R-squared 0.556 — marginally ahead of the baseline on RMSE. The instructive result is the near-tie: it quantifies how far calendar features alone go, and defines the bar richer models must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error by hour peaks at the two commuter shoulders. Right: highest-swing station — the forest tracks the sharp morning drain closely. Least damaging failure profile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Alerts, not numbers: 78 percent precision means four of five dispatches target a genuine problem. Recall 28 percent — deliberately conservative. The threshold is a visible lever, a management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app here: scenario presets, the map, then the planner — 26 bikes, 27 kilometres, one click to download the move list. Then back for ethics and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feed holds no personal data by design. The real ethics: where the trucks go. Spatial equity, the precision-recall lever as an ethical choice, and full transparency.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within five bikes on an unseen month, alerts a crew can trust, and an honest ceiling reported as a finding.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9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2377440"/>
            <a:ext cx="7772400" cy="7772400"/>
          </a:xfrm>
          <a:prstGeom prst="ellipse">
            <a:avLst/>
          </a:prstGeom>
          <a:solidFill>
            <a:srgbClr val="0E1B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326880" y="-1097280"/>
            <a:ext cx="4937760" cy="4937760"/>
          </a:xfrm>
          <a:prstGeom prst="ellipse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960120"/>
            <a:ext cx="960120" cy="960120"/>
          </a:xfrm>
          <a:prstGeom prst="roundRect">
            <a:avLst>
              <a:gd name="adj" fmla="val 22857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17957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 · MSC DATA ANALYTICS · DOMAIN APPLICATIONS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94360" y="257860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Docks Run Dry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94360" y="35204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Dublin Bikes availability for proactive rebalancing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open urban data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94360" y="4892040"/>
            <a:ext cx="292608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94360" y="5074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Devendrasing Rajput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x24230308  ·  School of Computing  ·  National College of Ireland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bike-share fails in two directions — and the fix is reactive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6720840" cy="1170432"/>
          </a:xfrm>
          <a:prstGeom prst="roundRect">
            <a:avLst>
              <a:gd name="adj" fmla="val 7031"/>
            </a:avLst>
          </a:prstGeom>
          <a:solidFill>
            <a:srgbClr val="111C2E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130552"/>
            <a:ext cx="566928" cy="5669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43" y="2266615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7510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45920" y="2340864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bikes at 08:00 — the commuter walks. 21.5% of June station-hours were empty-risk.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" y="3200400"/>
            <a:ext cx="6720840" cy="1170432"/>
          </a:xfrm>
          <a:prstGeom prst="roundRect">
            <a:avLst>
              <a:gd name="adj" fmla="val 7031"/>
            </a:avLst>
          </a:prstGeom>
          <a:solidFill>
            <a:srgbClr val="111C2E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68680" y="3502152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43" y="3638215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34670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45920" y="3712464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dock — the return is blocked and the rider is stranded at the wrong end.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4572000"/>
            <a:ext cx="6720840" cy="1170432"/>
          </a:xfrm>
          <a:prstGeom prst="roundRect">
            <a:avLst>
              <a:gd name="adj" fmla="val 7031"/>
            </a:avLst>
          </a:prstGeom>
          <a:solidFill>
            <a:srgbClr val="111C2E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68680" y="4873752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43" y="5009815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71830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rebalancing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45920" y="5084064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Crews truck bikes between stations, usually dispatched after the failure has already happened.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726680" y="1828800"/>
            <a:ext cx="3840480" cy="3913632"/>
          </a:xfrm>
          <a:prstGeom prst="roundRect">
            <a:avLst>
              <a:gd name="adj" fmla="val 2143"/>
            </a:avLst>
          </a:prstGeom>
          <a:solidFill>
            <a:srgbClr val="16233B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80010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PREMISE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001000" y="245059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is predictable.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001000" y="32918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hourly availability can be forecast per station, crews can be routed before stations run dry — not after.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00100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stations · Dublin city core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943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Bikes · Domain Applications CA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open, current — the Smart Dublin station feed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965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1.86M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7157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5-minute snapshots · Apr–Jun 2026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297680" y="1965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249,940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297680" y="27157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station-hours after aggregation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01000" y="1965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001000" y="27157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docking stations across the city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657600"/>
            <a:ext cx="11000232" cy="2148840"/>
          </a:xfrm>
          <a:prstGeom prst="roundRect">
            <a:avLst>
              <a:gd name="adj" fmla="val 3830"/>
            </a:avLst>
          </a:prstGeom>
          <a:solidFill>
            <a:srgbClr val="111C2E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39136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AUDIT — THE FEED IS REMARKABLY CLEAN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42793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14400" y="4846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44952" y="42793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044952" y="4846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snapshots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75504" y="42793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175504" y="4846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readings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06056" y="42793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06056" y="4846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row dropped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436608" y="42793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436608" y="4846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/ station-hour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preprocessing contribution is reshaping, not scrubbing: irregular 5-minute snapshots → one clean hourly row per station.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Bikes · Domain Applications CA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commuter tide is the signal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9893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D:/Domain Appliucation Project/outputs/figures/eda_occupancy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892808"/>
            <a:ext cx="5769864" cy="41239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95160" y="2057400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055" y="2180295"/>
            <a:ext cx="266273" cy="2662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1984248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mornings drain the docks; evenings refill them — a sharp, repeating pulse.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995160" y="3383280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8055" y="3506175"/>
            <a:ext cx="266273" cy="2662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26680" y="3310128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are flat: the pattern is commuting, not leisure.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995160" y="4709160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8055" y="4832055"/>
            <a:ext cx="266273" cy="2662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26680" y="4636008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weekly rhythm is exactly what the models must capture — and what the naive baseline memorises.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5943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Bikes · Domain Applications CA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models, one honest test: predict a month never seen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1000232" cy="13716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6400800" cy="731520"/>
          </a:xfrm>
          <a:prstGeom prst="roundRect">
            <a:avLst>
              <a:gd name="adj" fmla="val 875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April + May 2026  ·  168,352 rows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0" y="2148840"/>
            <a:ext cx="3749040" cy="731520"/>
          </a:xfrm>
          <a:prstGeom prst="roundRect">
            <a:avLst>
              <a:gd name="adj" fmla="val 875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498080" y="21488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unseen June  ·  81,588 rows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5204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16233B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50392" y="3749040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87" y="3871935"/>
            <a:ext cx="266273" cy="26627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50392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50392" y="4754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× weekday × hour mean — the lookup table to beat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92424" y="35204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16233B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648456" y="3749040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351" y="3871935"/>
            <a:ext cx="266273" cy="26627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48456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3648456" y="4754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calendar + station identity, OLS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90488" y="35204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16233B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6446520" y="3749040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415" y="3871935"/>
            <a:ext cx="266273" cy="26627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46520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446520" y="4754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 · min leaf 3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988552" y="35204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16233B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9244584" y="3749040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7479" y="3871935"/>
            <a:ext cx="266273" cy="26627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44584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9244584" y="4754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trees · depth 7 · lr 0.05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9436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scikit-learn pipelines · no leakage · MAE / RMSE / R² in bikes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943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Bikes · Domain Applications CA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UNSEEN JUNE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 — but the honest story is the near-tie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630936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D:/Domain Appliucation Project/outputs/figure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938528"/>
            <a:ext cx="6089904" cy="35295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828800"/>
            <a:ext cx="4343400" cy="1737360"/>
          </a:xfrm>
          <a:prstGeom prst="roundRect">
            <a:avLst>
              <a:gd name="adj" fmla="val 4737"/>
            </a:avLst>
          </a:prstGeom>
          <a:solidFill>
            <a:srgbClr val="111C2E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315200" y="2011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4.96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0" y="27614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(bikes) — best model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418320" y="2011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0.556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9418320" y="27614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on unseen June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223760" y="3794760"/>
            <a:ext cx="4343400" cy="1783080"/>
          </a:xfrm>
          <a:prstGeom prst="roundRect">
            <a:avLst>
              <a:gd name="adj" fmla="val 4615"/>
            </a:avLst>
          </a:prstGeom>
          <a:solidFill>
            <a:srgbClr val="16233B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4980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0" y="43434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forest only matches the weekly-rhythm lookup table — calendar structure carries almost all predictable signal. Reported as a ceiling, not hidden.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9436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−33% worse · XGBoost underfits the 147-column one-hot space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Bikes · Domain Applications CA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errs exactly where you'd forgive it — the rush shoulders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D:/Domain Appliucation Project/outputs/figures/error_by_h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938528"/>
            <a:ext cx="5221224" cy="30723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82880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D:/Domain Appliucation Project/outputs/figures/station_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938528"/>
            <a:ext cx="5221224" cy="30723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5349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peaks at 08:00 and 17:00–18:00 — when availability changes fastest. </a:t>
            </a:r>
            <a:r>
              <a:rPr lang="en-US" sz="14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of the tide is still predicted correctly, and rebalancing decisions hinge on direction, not exact counts.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943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Bikes · Domain Applications CA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FORECAST 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 is not a decision — alerts are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03520" cy="3931920"/>
          </a:xfrm>
          <a:prstGeom prst="roundRect">
            <a:avLst>
              <a:gd name="adj" fmla="val 2093"/>
            </a:avLst>
          </a:prstGeom>
          <a:solidFill>
            <a:srgbClr val="111C2E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566928" cy="56692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3" y="22849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128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Empty-risk alert = predicted ≤ 2 bikes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77240" y="36301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— 4 of 5 dispatches justified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291840" y="28803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291840" y="36301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— the predictable outages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5074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conservative: crew time is the scarce resource.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182880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16233B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629400" y="214884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463" y="2284903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920" y="22128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is an operations lever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629400" y="30175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it → fewer, higher-confidence alerts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it → catch more outages, spend more crew time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as a slider in the dashboard — the trade-off is explicit, not hidden in code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943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Bikes · Domain Applications CA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operations dashboard, not a notebook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692640" y="749808"/>
            <a:ext cx="1874520" cy="502920"/>
          </a:xfrm>
          <a:prstGeom prst="roundRect">
            <a:avLst>
              <a:gd name="adj" fmla="val 49091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92640" y="7498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1C2E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223479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121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map, three views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00200" y="254203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bikes · alert status · commuter roles, for any day-hour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1C2E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537960" y="21031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634" y="223479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121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planner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269480" y="254203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08:00 → move 26 bikes over 27.1 km to relieve 49 low stations — downloadable CSV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94360" y="393192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1C2E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4" y="433791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224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roles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00200" y="464515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commuter origins · 34 destinations · 31 balanced — a capacity-planning map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63640" y="393192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1C2E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537960" y="420624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9634" y="433791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4224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model page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269480" y="464515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confusion matrix and the threshold lever — the tool never oversells itself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9436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reads tiny precomputed CSVs · starts instantly · never loads the 545 MB model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943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Bikes · Domain Applications CA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CONCERNS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data — the ethics live in how service is steered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0352" cy="53035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44" y="1910364"/>
            <a:ext cx="275783" cy="2757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647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160520" y="1764792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counts at public infrastructure — no trips, no accounts, no individuals.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2898648"/>
            <a:ext cx="530352" cy="5303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44" y="3025932"/>
            <a:ext cx="275783" cy="2757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880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equity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160520" y="288036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Optimising for predicted demand can compound under-service at the periphery — the role and reliability views make chronic neglect visible.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" y="4014216"/>
            <a:ext cx="530352" cy="53035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644" y="4141500"/>
            <a:ext cx="275783" cy="27578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9959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 is ethical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160520" y="3995928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precision-tuned system quietly accepts 72% of outages — and the affected riders are not randomly distributed.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94360" y="5129784"/>
            <a:ext cx="530352" cy="53035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644" y="5257068"/>
            <a:ext cx="275783" cy="27578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511149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+ efficient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4160520" y="5111496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data, code and metrics are reproducible; better routing means fewer diesel truck kilometres.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943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Bikes · Domain Applications CA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3584448"/>
            <a:ext cx="8229600" cy="8229600"/>
          </a:xfrm>
          <a:prstGeom prst="ellipse">
            <a:avLst/>
          </a:prstGeom>
          <a:solidFill>
            <a:srgbClr val="0E1B3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+ honest ML = decisions a crew can act 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9842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84708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within ~5 bikes on a month the model never saw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94360" y="274320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8529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71576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78%-precision alerts and a concrete, downloadable rebalancing plan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594360" y="36118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72160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58444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near-tie with the baseline is the finding: the weekly rhythm is the signal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7863840" y="1783080"/>
            <a:ext cx="3703320" cy="2743200"/>
          </a:xfrm>
          <a:prstGeom prst="roundRect">
            <a:avLst>
              <a:gd name="adj" fmla="val 3000"/>
            </a:avLst>
          </a:prstGeom>
          <a:solidFill>
            <a:srgbClr val="16233B"/>
          </a:solidFill>
          <a:ln w="9525">
            <a:solidFill>
              <a:srgbClr val="2230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/>
          <p:nvPr/>
        </p:nvSpPr>
        <p:spPr>
          <a:xfrm>
            <a:off x="813816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138160" y="2331720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110" y="2432670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0" y="229514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+ lagged features for the rush shoulders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138160" y="3044952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9110" y="3145902"/>
            <a:ext cx="218724" cy="21872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686800" y="300837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alerts with calibrated confidence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8138160" y="3758184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9110" y="3859134"/>
            <a:ext cx="218724" cy="21872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686800" y="372160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the planner to a vehicle-routing optimiser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594360" y="5166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6" name="Text 18"/>
          <p:cNvSpPr/>
          <p:nvPr/>
        </p:nvSpPr>
        <p:spPr>
          <a:xfrm>
            <a:off x="594360" y="5715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Smart Dublin open data portal · dublinbikes station status, Apr–Jun 2026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5943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Bikes · Domain Applications CA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1282</Words>
  <Application>Microsoft Office PowerPoint</Application>
  <PresentationFormat>Widescreen</PresentationFormat>
  <Paragraphs>155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Himanshu Devendrasing Rajput</cp:lastModifiedBy>
  <cp:revision>3</cp:revision>
  <dcterms:created xsi:type="dcterms:W3CDTF">2026-07-22T21:25:07Z</dcterms:created>
  <dcterms:modified xsi:type="dcterms:W3CDTF">2026-07-23T04:14:19Z</dcterms:modified>
</cp:coreProperties>
</file>